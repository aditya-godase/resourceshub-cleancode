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sigs" ContentType="application/vnd.openxmlformats-package.digital-signature-origin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_xmlsignatures/sig1.xml" ContentType="application/vnd.openxmlformats-package.digital-signature-xmlsignatur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package/2006/relationships/digital-signature/origin" Target="_xmlsignatures/origin.sigs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71" r:id="rId5"/>
    <p:sldId id="269" r:id="rId6"/>
    <p:sldId id="270" r:id="rId7"/>
    <p:sldId id="263" r:id="rId8"/>
    <p:sldId id="273" r:id="rId9"/>
    <p:sldId id="274" r:id="rId10"/>
    <p:sldId id="277" r:id="rId11"/>
    <p:sldId id="275" r:id="rId12"/>
    <p:sldId id="268" r:id="rId13"/>
    <p:sldId id="264" r:id="rId14"/>
    <p:sldId id="265" r:id="rId15"/>
    <p:sldId id="272" r:id="rId16"/>
    <p:sldId id="278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CE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-288" y="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ditya-godase.github.io/ResourcesHub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a.link/nazmb6" TargetMode="External"/><Relationship Id="rId7" Type="http://schemas.openxmlformats.org/officeDocument/2006/relationships/hyperlink" Target="https://github.com/aditya-godase/ResourcesHub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inkedin.com/in/aditya688" TargetMode="External"/><Relationship Id="rId5" Type="http://schemas.openxmlformats.org/officeDocument/2006/relationships/hyperlink" Target="https://discord.com/users/1458341482875457568" TargetMode="External"/><Relationship Id="rId4" Type="http://schemas.openxmlformats.org/officeDocument/2006/relationships/hyperlink" Target="https://aditya-godase.github.io/ResourcesHu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7600" y="990600"/>
            <a:ext cx="4343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smtClean="0">
                <a:solidFill>
                  <a:srgbClr val="0070C0"/>
                </a:solidFill>
                <a:latin typeface="Franklin Gothic Medium" pitchFamily="34" charset="0"/>
              </a:rPr>
              <a:t>Introducing</a:t>
            </a:r>
            <a:endParaRPr lang="en-US" sz="6600" b="1" dirty="0">
              <a:solidFill>
                <a:srgbClr val="0070C0"/>
              </a:solidFill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85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2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3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55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8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3200" y="8362092"/>
            <a:ext cx="571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B0F0"/>
                </a:solidFill>
                <a:hlinkClick r:id="rId3"/>
              </a:rPr>
              <a:t>https://aditya-godase.github.io/ResourcesHub/</a:t>
            </a:r>
            <a:endParaRPr lang="en-US" sz="2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80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" y="0"/>
            <a:ext cx="13448631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8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61" r="1662"/>
          <a:stretch/>
        </p:blipFill>
        <p:spPr>
          <a:xfrm>
            <a:off x="-14014" y="2743200"/>
            <a:ext cx="16256000" cy="338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62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55" y="0"/>
            <a:ext cx="16286655" cy="73478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2339"/>
          <a:stretch/>
        </p:blipFill>
        <p:spPr>
          <a:xfrm>
            <a:off x="4182241" y="6463862"/>
            <a:ext cx="12090400" cy="26801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00" t="12587" r="25630" b="70820"/>
          <a:stretch/>
        </p:blipFill>
        <p:spPr>
          <a:xfrm>
            <a:off x="-30655" y="7194330"/>
            <a:ext cx="4424855" cy="194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307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00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904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811518" y="8219085"/>
            <a:ext cx="1828800" cy="3048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5384800" y="8198059"/>
            <a:ext cx="1981200" cy="32582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7099300" y="7479424"/>
            <a:ext cx="533400" cy="381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7861300" y="7479424"/>
            <a:ext cx="533400" cy="381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8587390" y="7479424"/>
            <a:ext cx="533400" cy="381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 rotWithShape="1">
          <a:blip r:embed="rId2"/>
          <a:srcRect r="39289" b="65300"/>
          <a:stretch/>
        </p:blipFill>
        <p:spPr>
          <a:xfrm>
            <a:off x="3098800" y="1425466"/>
            <a:ext cx="9869214" cy="31465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19500" y="2976462"/>
            <a:ext cx="9601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 smtClean="0">
                <a:solidFill>
                  <a:schemeClr val="bg1">
                    <a:lumMod val="50000"/>
                  </a:schemeClr>
                </a:solidFill>
                <a:latin typeface="Arial Black" pitchFamily="34" charset="0"/>
              </a:rPr>
              <a:t>Phoenix</a:t>
            </a:r>
            <a:r>
              <a:rPr lang="en-US" sz="8800" b="1" dirty="0" smtClean="0">
                <a:solidFill>
                  <a:srgbClr val="0070C0"/>
                </a:solidFill>
                <a:latin typeface="Arial Black" pitchFamily="34" charset="0"/>
              </a:rPr>
              <a:t>Studio</a:t>
            </a:r>
            <a:r>
              <a:rPr lang="en-US" sz="8800" b="1" dirty="0" smtClean="0">
                <a:solidFill>
                  <a:schemeClr val="bg1">
                    <a:lumMod val="75000"/>
                  </a:schemeClr>
                </a:solidFill>
                <a:latin typeface="Arial Black" pitchFamily="34" charset="0"/>
              </a:rPr>
              <a:t>.</a:t>
            </a:r>
            <a:endParaRPr lang="en-US" sz="8800" b="1" dirty="0">
              <a:solidFill>
                <a:schemeClr val="bg1">
                  <a:lumMod val="7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97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_xmlsignatures/_rels/origin.sigs.rels><?xml version="1.0" encoding="UTF-8" standalone="yes"?>
<Relationships xmlns="http://schemas.openxmlformats.org/package/2006/relationships"><Relationship Id="rId1" Type="http://schemas.openxmlformats.org/package/2006/relationships/digital-signature/signature" Target="sig1.xml"/></Relationships>
</file>

<file path=_xmlsignatures/sig1.xml><?xml version="1.0" encoding="utf-8"?>
<Signature xmlns="http://www.w3.org/2000/09/xmldsig#" Id="idPackageSignature">
  <SignedInfo>
    <CanonicalizationMethod Algorithm="http://www.w3.org/TR/2001/REC-xml-c14n-20010315"/>
    <SignatureMethod Algorithm="http://www.w3.org/2000/09/xmldsig#rsa-sha1"/>
    <Reference URI="#idPackageObject" Type="http://www.w3.org/2000/09/xmldsig#Object">
      <DigestMethod Algorithm="http://www.w3.org/2000/09/xmldsig#sha1"/>
      <DigestValue>vwlOH60CwboPgxmtyLbszqGVzLQ=</DigestValue>
    </Reference>
    <Reference URI="#idOfficeObject" Type="http://www.w3.org/2000/09/xmldsig#Object">
      <DigestMethod Algorithm="http://www.w3.org/2000/09/xmldsig#sha1"/>
      <DigestValue>X9lw16soAjvqBKpUSd67/iJgwvg=</DigestValue>
    </Reference>
    <Reference URI="#idSignedProperties" Type="http://uri.etsi.org/01903#SignedProperties">
      <Transforms>
        <Transform Algorithm="http://www.w3.org/TR/2001/REC-xml-c14n-20010315"/>
      </Transforms>
      <DigestMethod Algorithm="http://www.w3.org/2000/09/xmldsig#sha1"/>
      <DigestValue>yAcwqu1PhFC8ORaxEF+l1oTKjNY=</DigestValue>
    </Reference>
  </SignedInfo>
  <SignatureValue>2YdPmerPcT82/CeQh3e2NAzkkRTSvq+4o6iUChkUNm6iCVkmjwznc+X29R0G/Rg1Nv6Bnyq8Cb8Q
ktr2KiZf8N/FbcGlRMVEj6R5eBvWo2xvNZwYbfr7AaAHjArGc4H8OGosVjadyyNovLAu9UbTZP0L
ol2B/9TgBmdUoLtmJLQ=</SignatureValue>
  <KeyInfo>
    <X509Data>
      <X509Certificate>MIICiDCCAfGgAwIBAgIQHT3briSne51AVhoEk+tHWzANBgkqhkiG9w0BAQUFADB6MRYwFAYDVQQD
Ew1BZGl0eWEgR29kYXNlMSowKAYJKoZIhvcNAQkBFht3b3JrLmFkaXR5YWdvZGFzZUBnbWFpbC5j
b20xFzAVBgNVBAoTDlBob2VuaXhTdHVkaW8uMRswGQYDVQQHExJNYWhhcmFzaHRyYSwgSW5kaWEw
HhcNMjYwMjIyMDkzMDUzWhcNMjcwMjIyMTUzMDUzWjB6MRYwFAYDVQQDEw1BZGl0eWEgR29kYXNl
MSowKAYJKoZIhvcNAQkBFht3b3JrLmFkaXR5YWdvZGFzZUBnbWFpbC5jb20xFzAVBgNVBAoTDlBo
b2VuaXhTdHVkaW8uMRswGQYDVQQHExJNYWhhcmFzaHRyYSwgSW5kaWEwgZ8wDQYJKoZIhvcNAQEB
BQADgY0AMIGJAoGBAOQzEUsyNu9mZkZIrwOSWgXCpqEKsC670YlXo3WLAb3eU8/cIP4rEaBTu27c
MTd2uJfW9ISz1iPjzKPl6IeJYX5xtSpMXKU0oywnnbJYs8dnAtlz2hUyFKWvIAAQHaJeWfhMVqvC
V45N6y7K3rntG3D3TNz+Yvp/F/Z/R1hdsLy5AgMBAAGjDzANMAsGA1UdDwQEAwIGwDANBgkqhkiG
9w0BAQUFAAOBgQCWeJP5Dz8OqBO6kcVfnthk5yyzRuPSqAcH3L7TrBKtjXHUOSn1bv7MovydyN8L
7Yio2Jr5BbwvdaAEkNcZgIBpF+csSRjzWFRDBOGRZm3ncp+G3JS7XWSFRtP0R9PArtdWbfJsiNkD
HD+QSobzKsHXIof8wuXoDoFCFz5maUA6+Q==</X509Certificate>
    </X509Data>
  </KeyInfo>
  <Object xmlns:mdssi="http://schemas.openxmlformats.org/package/2006/digital-signature" Id="idPackageObject">
    <Manifest>
      <Reference URI="/ppt/tableStyles.xml?ContentType=application/vnd.openxmlformats-officedocument.presentationml.tableStyles+xml">
        <DigestMethod Algorithm="http://www.w3.org/2000/09/xmldsig#sha1"/>
        <DigestValue>Sb/RPtAhmbAEvwoBmllvEndY2SY=</DigestValue>
      </Reference>
      <Reference URI="/ppt/slideMasters/slideMaster1.xml?ContentType=application/vnd.openxmlformats-officedocument.presentationml.slideMaster+xml">
        <DigestMethod Algorithm="http://www.w3.org/2000/09/xmldsig#sha1"/>
        <DigestValue>gxmKEp6X6k8SceiYRByLMXsTrgw=</DigestValue>
      </Reference>
      <Reference URI="/ppt/slideLayouts/slideLayout9.xml?ContentType=application/vnd.openxmlformats-officedocument.presentationml.slideLayout+xml">
        <DigestMethod Algorithm="http://www.w3.org/2000/09/xmldsig#sha1"/>
        <DigestValue>fprOMyOuJc/Y3Zw+HE3PDY+WuaI=</DigestValue>
      </Reference>
      <Reference URI="/ppt/slideLayouts/slideLayout10.xml?ContentType=application/vnd.openxmlformats-officedocument.presentationml.slideLayout+xml">
        <DigestMethod Algorithm="http://www.w3.org/2000/09/xmldsig#sha1"/>
        <DigestValue>kDstDInDEog5z7BwiHJ4nxKD7lE=</DigestValue>
      </Reference>
      <Reference URI="/ppt/slideLayouts/slideLayout11.xml?ContentType=application/vnd.openxmlformats-officedocument.presentationml.slideLayout+xml">
        <DigestMethod Algorithm="http://www.w3.org/2000/09/xmldsig#sha1"/>
        <DigestValue>adD0MVQPlANr7wkyx626xI6pBFw=</DigestValue>
      </Reference>
      <Reference URI="/ppt/theme/theme1.xml?ContentType=application/vnd.openxmlformats-officedocument.theme+xml">
        <DigestMethod Algorithm="http://www.w3.org/2000/09/xmldsig#sha1"/>
        <DigestValue>nzYjJtjcBQq27vfxczUJS9BtpH4=</DigestValue>
      </Reference>
      <Reference URI="/ppt/media/image5.png?ContentType=image/png">
        <DigestMethod Algorithm="http://www.w3.org/2000/09/xmldsig#sha1"/>
        <DigestValue>fGpDg4t0yB2efLSJW9Mf1SNqcTs=</DigestValue>
      </Reference>
      <Reference URI="/ppt/slideLayouts/slideLayout1.xml?ContentType=application/vnd.openxmlformats-officedocument.presentationml.slideLayout+xml">
        <DigestMethod Algorithm="http://www.w3.org/2000/09/xmldsig#sha1"/>
        <DigestValue>hrVPqwNBDyoMG2KQEkeaI9VyTd0=</DigestValue>
      </Reference>
      <Reference URI="/ppt/slideLayouts/slideLayout2.xml?ContentType=application/vnd.openxmlformats-officedocument.presentationml.slideLayout+xml">
        <DigestMethod Algorithm="http://www.w3.org/2000/09/xmldsig#sha1"/>
        <DigestValue>FXfUgY2jhrEHHjcblCx4vvAMQGU=</DigestValue>
      </Reference>
      <Reference URI="/ppt/slideLayouts/slideLayout3.xml?ContentType=application/vnd.openxmlformats-officedocument.presentationml.slideLayout+xml">
        <DigestMethod Algorithm="http://www.w3.org/2000/09/xmldsig#sha1"/>
        <DigestValue>gVznqSDtBubvHKEM9zzSQI2qRAI=</DigestValue>
      </Reference>
      <Reference URI="/ppt/slideLayouts/slideLayout5.xml?ContentType=application/vnd.openxmlformats-officedocument.presentationml.slideLayout+xml">
        <DigestMethod Algorithm="http://www.w3.org/2000/09/xmldsig#sha1"/>
        <DigestValue>POZRvT4MzM8t1WgMdZDC4Lw5lMI=</DigestValue>
      </Reference>
      <Reference URI="/ppt/slideLayouts/slideLayout6.xml?ContentType=application/vnd.openxmlformats-officedocument.presentationml.slideLayout+xml">
        <DigestMethod Algorithm="http://www.w3.org/2000/09/xmldsig#sha1"/>
        <DigestValue>yec6HLPQExm7fUOus+nvNzxNIXY=</DigestValue>
      </Reference>
      <Reference URI="/ppt/viewProps.xml?ContentType=application/vnd.openxmlformats-officedocument.presentationml.viewProps+xml">
        <DigestMethod Algorithm="http://www.w3.org/2000/09/xmldsig#sha1"/>
        <DigestValue>4R3fekwVVOfL15WwpAwKDLjDD1w=</DigestValue>
      </Reference>
      <Reference URI="/ppt/slideLayouts/slideLayout8.xml?ContentType=application/vnd.openxmlformats-officedocument.presentationml.slideLayout+xml">
        <DigestMethod Algorithm="http://www.w3.org/2000/09/xmldsig#sha1"/>
        <DigestValue>jpPDKPMUmF6zDc92rSRopGwsGus=</DigestValue>
      </Reference>
      <Reference URI="/ppt/slideLayouts/slideLayout4.xml?ContentType=application/vnd.openxmlformats-officedocument.presentationml.slideLayout+xml">
        <DigestMethod Algorithm="http://www.w3.org/2000/09/xmldsig#sha1"/>
        <DigestValue>sViEh8Fz1CU2hsEK4eipthvpqaw=</DigestValue>
      </Reference>
      <Reference URI="/ppt/media/image12.png?ContentType=image/png">
        <DigestMethod Algorithm="http://www.w3.org/2000/09/xmldsig#sha1"/>
        <DigestValue>mgIDYPvbg5fiYYJnelQRCrwHiKQ=</DigestValue>
      </Reference>
      <Reference URI="/ppt/media/image11.png?ContentType=image/png">
        <DigestMethod Algorithm="http://www.w3.org/2000/09/xmldsig#sha1"/>
        <DigestValue>oifm39nIiuuNL1Krp+pNPL/T4WE=</DigestValue>
      </Reference>
      <Reference URI="/ppt/media/image10.png?ContentType=image/png">
        <DigestMethod Algorithm="http://www.w3.org/2000/09/xmldsig#sha1"/>
        <DigestValue>2QtFkCvyMAnuTo7aarBeBnakm/M=</DigestValue>
      </Reference>
      <Reference URI="/ppt/media/image2.png?ContentType=image/png">
        <DigestMethod Algorithm="http://www.w3.org/2000/09/xmldsig#sha1"/>
        <DigestValue>UwfKYFS3H41HHoPIxLynJfTYw04=</DigestValue>
      </Reference>
      <Reference URI="/ppt/media/image14.png?ContentType=image/png">
        <DigestMethod Algorithm="http://www.w3.org/2000/09/xmldsig#sha1"/>
        <DigestValue>6b2OUsmRiSVtPKqb54QN8u4pCHk=</DigestValue>
      </Reference>
      <Reference URI="/ppt/media/image3.png?ContentType=image/png">
        <DigestMethod Algorithm="http://www.w3.org/2000/09/xmldsig#sha1"/>
        <DigestValue>X2lbDsKzwepzjfY5nNs+djho/Rg=</DigestValue>
      </Reference>
      <Reference URI="/ppt/media/image17.png?ContentType=image/png">
        <DigestMethod Algorithm="http://www.w3.org/2000/09/xmldsig#sha1"/>
        <DigestValue>nhH70xNG0J5qUZOyR/L/o39odEk=</DigestValue>
      </Reference>
      <Reference URI="/ppt/media/image16.png?ContentType=image/png">
        <DigestMethod Algorithm="http://www.w3.org/2000/09/xmldsig#sha1"/>
        <DigestValue>Q3UpThSfpVsvlSn8hoNaxRQ1VLI=</DigestValue>
      </Reference>
      <Reference URI="/ppt/presProps.xml?ContentType=application/vnd.openxmlformats-officedocument.presentationml.presProps+xml">
        <DigestMethod Algorithm="http://www.w3.org/2000/09/xmldsig#sha1"/>
        <DigestValue>GOeSbiMZwTbcecAGYAoOmVOMKZE=</DigestValue>
      </Reference>
      <Reference URI="/ppt/media/image1.png?ContentType=image/png">
        <DigestMethod Algorithm="http://www.w3.org/2000/09/xmldsig#sha1"/>
        <DigestValue>hZMz4dWHDEnN/kLOTgagXani8iM=</DigestValue>
      </Reference>
      <Reference URI="/ppt/media/image15.png?ContentType=image/png">
        <DigestMethod Algorithm="http://www.w3.org/2000/09/xmldsig#sha1"/>
        <DigestValue>yKj+jDENVMoWAN0LF0RP5FqdYtg=</DigestValue>
      </Reference>
      <Reference URI="/ppt/media/image13.png?ContentType=image/png">
        <DigestMethod Algorithm="http://www.w3.org/2000/09/xmldsig#sha1"/>
        <DigestValue>B2XhUrzmR2twE+bFPSGSwITY9YI=</DigestValue>
      </Reference>
      <Reference URI="/ppt/media/image9.png?ContentType=image/png">
        <DigestMethod Algorithm="http://www.w3.org/2000/09/xmldsig#sha1"/>
        <DigestValue>G3KhyF7o3H9TIl//czLpoK7tngI=</DigestValue>
      </Reference>
      <Reference URI="/ppt/media/image8.png?ContentType=image/png">
        <DigestMethod Algorithm="http://www.w3.org/2000/09/xmldsig#sha1"/>
        <DigestValue>CYfqB9lOiuwLfZwJu8zIoNofP7I=</DigestValue>
      </Reference>
      <Reference URI="/ppt/media/image7.png?ContentType=image/png">
        <DigestMethod Algorithm="http://www.w3.org/2000/09/xmldsig#sha1"/>
        <DigestValue>KTcG5Mfubdy0Cl++UIFiH8hyo3E=</DigestValue>
      </Reference>
      <Reference URI="/ppt/media/image6.png?ContentType=image/png">
        <DigestMethod Algorithm="http://www.w3.org/2000/09/xmldsig#sha1"/>
        <DigestValue>L8sHsScRpbQ6+5RpAWxYp3BQ4Mw=</DigestValue>
      </Reference>
      <Reference URI="/ppt/media/image4.png?ContentType=image/png">
        <DigestMethod Algorithm="http://www.w3.org/2000/09/xmldsig#sha1"/>
        <DigestValue>JIcT/yqnwRRZITaO8MiV9sFZuC8=</DigestValue>
      </Reference>
      <Reference URI="/ppt/slides/slide13.xml?ContentType=application/vnd.openxmlformats-officedocument.presentationml.slide+xml">
        <DigestMethod Algorithm="http://www.w3.org/2000/09/xmldsig#sha1"/>
        <DigestValue>sB+wn9eq2KUSm+3kkKQY6mIvTR8=</DigestValue>
      </Reference>
      <Reference URI="/ppt/slideLayouts/slideLayout7.xml?ContentType=application/vnd.openxmlformats-officedocument.presentationml.slideLayout+xml">
        <DigestMethod Algorithm="http://www.w3.org/2000/09/xmldsig#sha1"/>
        <DigestValue>sJ+8z8oigpQXrAoi9veR0PRJOvg=</DigestValue>
      </Reference>
      <Reference URI="/ppt/slides/slide2.xml?ContentType=application/vnd.openxmlformats-officedocument.presentationml.slide+xml">
        <DigestMethod Algorithm="http://www.w3.org/2000/09/xmldsig#sha1"/>
        <DigestValue>sB+wn9eq2KUSm+3kkKQY6mIvTR8=</DigestValue>
      </Reference>
      <Reference URI="/ppt/slides/slide5.xml?ContentType=application/vnd.openxmlformats-officedocument.presentationml.slide+xml">
        <DigestMethod Algorithm="http://www.w3.org/2000/09/xmldsig#sha1"/>
        <DigestValue>aXkbIrbf+LDdApLo8zmUgbb+ePA=</DigestValue>
      </Reference>
      <Reference URI="/ppt/slides/slide12.xml?ContentType=application/vnd.openxmlformats-officedocument.presentationml.slide+xml">
        <DigestMethod Algorithm="http://www.w3.org/2000/09/xmldsig#sha1"/>
        <DigestValue>hjoVlm29w08vDdWfnvwEoe2Y4+c=</DigestValue>
      </Reference>
      <Reference URI="/ppt/slides/slide16.xml?ContentType=application/vnd.openxmlformats-officedocument.presentationml.slide+xml">
        <DigestMethod Algorithm="http://www.w3.org/2000/09/xmldsig#sha1"/>
        <DigestValue>Tf1jQ+3XrSRHe9R/D4Y17shTSPk=</DigestValue>
      </Reference>
      <Reference URI="/ppt/slides/slide14.xml?ContentType=application/vnd.openxmlformats-officedocument.presentationml.slide+xml">
        <DigestMethod Algorithm="http://www.w3.org/2000/09/xmldsig#sha1"/>
        <DigestValue>sB+wn9eq2KUSm+3kkKQY6mIvTR8=</DigestValue>
      </Reference>
      <Reference URI="/ppt/slides/slide3.xml?ContentType=application/vnd.openxmlformats-officedocument.presentationml.slide+xml">
        <DigestMethod Algorithm="http://www.w3.org/2000/09/xmldsig#sha1"/>
        <DigestValue>jEVLW6e7oi5vkUt4OmLmTitvJ9o=</DigestValue>
      </Reference>
      <Reference URI="/ppt/slides/slide15.xml?ContentType=application/vnd.openxmlformats-officedocument.presentationml.slide+xml">
        <DigestMethod Algorithm="http://www.w3.org/2000/09/xmldsig#sha1"/>
        <DigestValue>Fw09/AT1utqmCSsFQLEJ/SRV1dw=</DigestValue>
      </Reference>
      <Reference URI="/ppt/slides/slide6.xml?ContentType=application/vnd.openxmlformats-officedocument.presentationml.slide+xml">
        <DigestMethod Algorithm="http://www.w3.org/2000/09/xmldsig#sha1"/>
        <DigestValue>1WoJy8BrnFaSCxyjHZoFKV1jluQ=</DigestValue>
      </Reference>
      <Reference URI="/ppt/slides/slide11.xml?ContentType=application/vnd.openxmlformats-officedocument.presentationml.slide+xml">
        <DigestMethod Algorithm="http://www.w3.org/2000/09/xmldsig#sha1"/>
        <DigestValue>zV6aOZ6g0M6IN6qdIlg1UeAdkNs=</DigestValue>
      </Reference>
      <Reference URI="/ppt/presentation.xml?ContentType=application/vnd.openxmlformats-officedocument.presentationml.presentation.main+xml">
        <DigestMethod Algorithm="http://www.w3.org/2000/09/xmldsig#sha1"/>
        <DigestValue>wg+RGU8tAQApcbHsj0XcbzyNg1s=</DigestValue>
      </Reference>
      <Reference URI="/ppt/slides/slide1.xml?ContentType=application/vnd.openxmlformats-officedocument.presentationml.slide+xml">
        <DigestMethod Algorithm="http://www.w3.org/2000/09/xmldsig#sha1"/>
        <DigestValue>sB+wn9eq2KUSm+3kkKQY6mIvTR8=</DigestValue>
      </Reference>
      <Reference URI="/ppt/slides/slide7.xml?ContentType=application/vnd.openxmlformats-officedocument.presentationml.slide+xml">
        <DigestMethod Algorithm="http://www.w3.org/2000/09/xmldsig#sha1"/>
        <DigestValue>sB+wn9eq2KUSm+3kkKQY6mIvTR8=</DigestValue>
      </Reference>
      <Reference URI="/ppt/slides/slide4.xml?ContentType=application/vnd.openxmlformats-officedocument.presentationml.slide+xml">
        <DigestMethod Algorithm="http://www.w3.org/2000/09/xmldsig#sha1"/>
        <DigestValue>3dBeBeXSUTrwg46UOln1vYgSKJI=</DigestValue>
      </Reference>
      <Reference URI="/ppt/slides/slide8.xml?ContentType=application/vnd.openxmlformats-officedocument.presentationml.slide+xml">
        <DigestMethod Algorithm="http://www.w3.org/2000/09/xmldsig#sha1"/>
        <DigestValue>3zo9ZDXcwbJwvI7IWA8UepDItys=</DigestValue>
      </Reference>
      <Reference URI="/ppt/slides/slide10.xml?ContentType=application/vnd.openxmlformats-officedocument.presentationml.slide+xml">
        <DigestMethod Algorithm="http://www.w3.org/2000/09/xmldsig#sha1"/>
        <DigestValue>mZPuZRYJimd/m9Bje1hF6qiGwFY=</DigestValue>
      </Reference>
      <Reference URI="/ppt/slides/slide9.xml?ContentType=application/vnd.openxmlformats-officedocument.presentationml.slide+xml">
        <DigestMethod Algorithm="http://www.w3.org/2000/09/xmldsig#sha1"/>
        <DigestValue>mYFiDIoXCH6TugO18aRCYvzA5Mw=</DigestValue>
      </Reference>
      <Reference URI="/ppt/slideLayouts/_rels/slideLayout10.xml.rels?ContentType=application/vnd.openxmlformats-package.relationships+xml">
        <Transforms>
          <Transform Algorithm="http://schemas.openxmlformats.org/package/2006/RelationshipTransform"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9.xml.rels?ContentType=application/vnd.openxmlformats-package.relationships+xml">
        <Transforms>
          <Transform Algorithm="http://schemas.openxmlformats.org/package/2006/RelationshipTransform"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11.xml.rels?ContentType=application/vnd.openxmlformats-package.relationships+xml">
        <Transforms>
          <Transform Algorithm="http://schemas.openxmlformats.org/package/2006/RelationshipTransform"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1.xml.rels?ContentType=application/vnd.openxmlformats-package.relationships+xml">
        <Transforms>
          <Transform Algorithm="http://schemas.openxmlformats.org/package/2006/RelationshipTransform"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_rels/.rels?ContentType=application/vnd.openxmlformats-package.relationships+xml">
        <Transforms>
          <Transform Algorithm="http://schemas.openxmlformats.org/package/2006/RelationshipTransform"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zU3xVjYU7a1ax8o9OQBgdxm5bvU=</DigestValue>
      </Reference>
      <Reference URI="/ppt/slideLayouts/_rels/slideLayout6.xml.rels?ContentType=application/vnd.openxmlformats-package.relationships+xml">
        <Transforms>
          <Transform Algorithm="http://schemas.openxmlformats.org/package/2006/RelationshipTransform"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7.xml.rels?ContentType=application/vnd.openxmlformats-package.relationships+xml">
        <Transforms>
          <Transform Algorithm="http://schemas.openxmlformats.org/package/2006/RelationshipTransform"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5.xml.rels?ContentType=application/vnd.openxmlformats-package.relationships+xml">
        <Transforms>
          <Transform Algorithm="http://schemas.openxmlformats.org/package/2006/RelationshipTransform"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8.xml.rels?ContentType=application/vnd.openxmlformats-package.relationships+xml">
        <Transforms>
          <Transform Algorithm="http://schemas.openxmlformats.org/package/2006/RelationshipTransform"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3.xml.rels?ContentType=application/vnd.openxmlformats-package.relationships+xml">
        <Transforms>
          <Transform Algorithm="http://schemas.openxmlformats.org/package/2006/RelationshipTransform"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2.xml.rels?ContentType=application/vnd.openxmlformats-package.relationships+xml">
        <Transforms>
          <Transform Algorithm="http://schemas.openxmlformats.org/package/2006/RelationshipTransform"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4.xml.rels?ContentType=application/vnd.openxmlformats-package.relationships+xml">
        <Transforms>
          <Transform Algorithm="http://schemas.openxmlformats.org/package/2006/RelationshipTransform"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s/_rels/slide13.xml.rels?ContentType=application/vnd.openxmlformats-package.relationships+xml">
        <Transforms>
          <Transform Algorithm="http://schemas.openxmlformats.org/package/2006/RelationshipTransform">
            <mdssi:RelationshipReference SourceId="rId2"/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MJy58z5oaPMOwPdwBHIzTxKQ/PI=</DigestValue>
      </Reference>
      <Reference URI="/ppt/slides/_rels/slide12.xml.rels?ContentType=application/vnd.openxmlformats-package.relationships+xml">
        <Transforms>
          <Transform Algorithm="http://schemas.openxmlformats.org/package/2006/RelationshipTransform">
            <mdssi:RelationshipReference SourceId="rId2"/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YQPlm0iuDUYvwx+6J79kDjqznU8=</DigestValue>
      </Reference>
      <Reference URI="/ppt/slides/_rels/slide5.xml.rels?ContentType=application/vnd.openxmlformats-package.relationships+xml">
        <Transforms>
          <Transform Algorithm="http://schemas.openxmlformats.org/package/2006/RelationshipTransform">
            <mdssi:RelationshipReference SourceId="rId2"/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WOGCyneYoT+OnFfij/J4qFMzOus=</DigestValue>
      </Reference>
      <Reference URI="/ppt/slides/_rels/slide6.xml.rels?ContentType=application/vnd.openxmlformats-package.relationships+xml">
        <Transforms>
          <Transform Algorithm="http://schemas.openxmlformats.org/package/2006/RelationshipTransform">
            <mdssi:RelationshipReference SourceId="rId2"/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mLAl2bbs92MC4LGw9/DPdF7G0d8=</DigestValue>
      </Reference>
      <Reference URI="/ppt/slides/_rels/slide4.xml.rels?ContentType=application/vnd.openxmlformats-package.relationships+xml">
        <Transforms>
          <Transform Algorithm="http://schemas.openxmlformats.org/package/2006/RelationshipTransform">
            <mdssi:RelationshipReference SourceId="rId2"/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i58LKvvmzIIq5j0jcZ2bA7a82OY=</DigestValue>
      </Reference>
      <Reference URI="/ppt/slides/_rels/slide1.xml.rels?ContentType=application/vnd.openxmlformats-package.relationships+xml">
        <Transforms>
          <Transform Algorithm="http://schemas.openxmlformats.org/package/2006/RelationshipTransform">
            <mdssi:RelationshipReference SourceId="rId2"/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qhvHlQJe3xSIBT5M4uwQ0wP84lY=</DigestValue>
      </Reference>
      <Reference URI="/ppt/slides/_rels/slide2.xml.rels?ContentType=application/vnd.openxmlformats-package.relationships+xml">
        <Transforms>
          <Transform Algorithm="http://schemas.openxmlformats.org/package/2006/RelationshipTransform">
            <mdssi:RelationshipReference SourceId="rId2"/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dIFLy/Qk+Mzq2MqgGYHwL4i20vY=</DigestValue>
      </Reference>
      <Reference URI="/ppt/slides/_rels/slide10.xml.rels?ContentType=application/vnd.openxmlformats-package.relationships+xml">
        <Transforms>
          <Transform Algorithm="http://schemas.openxmlformats.org/package/2006/RelationshipTransform">
            <mdssi:RelationshipReference SourceId="rId2"/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Z/kiIv/BfsrYhN0dWZL7ZWZeXK8=</DigestValue>
      </Reference>
      <Reference URI="/ppt/slides/_rels/slide15.xml.rels?ContentType=application/vnd.openxmlformats-package.relationships+xml">
        <Transforms>
          <Transform Algorithm="http://schemas.openxmlformats.org/package/2006/RelationshipTransform">
            <mdssi:RelationshipReference SourceId="rId2"/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OYZ+MFZYiQVkCTDdhdLOIK3pp24=</DigestValue>
      </Reference>
      <Reference URI="/ppt/slides/_rels/slide14.xml.rels?ContentType=application/vnd.openxmlformats-package.relationships+xml">
        <Transforms>
          <Transform Algorithm="http://schemas.openxmlformats.org/package/2006/RelationshipTransform">
            <mdssi:RelationshipReference SourceId="rId2"/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al9Fy2ibXSaje4YjyVX2q36HJ4I=</DigestValue>
      </Reference>
      <Reference URI="/ppt/slides/_rels/slide3.xml.rels?ContentType=application/vnd.openxmlformats-package.relationships+xml">
        <Transforms>
          <Transform Algorithm="http://schemas.openxmlformats.org/package/2006/RelationshipTransform">
            <mdssi:RelationshipReference SourceId="rId2"/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RYLB5bxuyjPSBVsWiZ++d6LavSQ=</DigestValue>
      </Reference>
      <Reference URI="/ppt/slides/_rels/slide7.xml.rels?ContentType=application/vnd.openxmlformats-package.relationships+xml">
        <Transforms>
          <Transform Algorithm="http://schemas.openxmlformats.org/package/2006/RelationshipTransform">
            <mdssi:RelationshipReference SourceId="rId2"/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74VLicXTxm1YloYlwK3CXPIKQw4=</DigestValue>
      </Reference>
      <Reference URI="/ppt/slides/_rels/slide9.xml.rels?ContentType=application/vnd.openxmlformats-package.relationships+xml">
        <Transforms>
          <Transform Algorithm="http://schemas.openxmlformats.org/package/2006/RelationshipTransform">
            <mdssi:RelationshipReference SourceId="rId2"/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6MJHvPY+3trIRNl5QEf1CJJlfF4=</DigestValue>
      </Reference>
      <Reference URI="/ppt/slides/_rels/slide8.xml.rels?ContentType=application/vnd.openxmlformats-package.relationships+xml">
        <Transforms>
          <Transform Algorithm="http://schemas.openxmlformats.org/package/2006/RelationshipTransform">
            <mdssi:RelationshipReference SourceId="rId3"/>
            <mdssi:RelationshipReference SourceId="rId2"/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EkqRz/eje2YqLJyJq/hqUssdjIE=</DigestValue>
      </Reference>
      <Reference URI="/ppt/slides/_rels/slide11.xml.rels?ContentType=application/vnd.openxmlformats-package.relationships+xml">
        <Transforms>
          <Transform Algorithm="http://schemas.openxmlformats.org/package/2006/RelationshipTransform">
            <mdssi:RelationshipReference SourceId="rId3"/>
            <mdssi:RelationshipReference SourceId="rId2"/>
            <mdssi:RelationshipReference SourceId="rId1"/>
          </Transform>
          <Transform Algorithm="http://www.w3.org/TR/2001/REC-xml-c14n-20010315"/>
        </Transforms>
        <DigestMethod Algorithm="http://www.w3.org/2000/09/xmldsig#sha1"/>
        <DigestValue>HxSpyxSLRqQMvVvquu8F8uXiIk4=</DigestValue>
      </Reference>
      <Reference URI="/ppt/slides/_rels/slide16.xml.rels?ContentType=application/vnd.openxmlformats-package.relationships+xml">
        <Transforms>
          <Transform Algorithm="http://schemas.openxmlformats.org/package/2006/RelationshipTransform">
            <mdssi:RelationshipReference SourceId="rId3"/>
            <mdssi:RelationshipReference SourceId="rId7"/>
            <mdssi:RelationshipReference SourceId="rId2"/>
            <mdssi:RelationshipReference SourceId="rId1"/>
            <mdssi:RelationshipReference SourceId="rId6"/>
            <mdssi:RelationshipReference SourceId="rId5"/>
            <mdssi:RelationshipReference SourceId="rId4"/>
          </Transform>
          <Transform Algorithm="http://www.w3.org/TR/2001/REC-xml-c14n-20010315"/>
        </Transforms>
        <DigestMethod Algorithm="http://www.w3.org/2000/09/xmldsig#sha1"/>
        <DigestValue>rPRjjnfAy4M1DfkxqirvtQnwzLk=</DigestValue>
      </Reference>
      <Reference URI="/ppt/_rels/presentation.xml.rels?ContentType=application/vnd.openxmlformats-package.relationships+xml">
        <Transforms>
          <Transform Algorithm="http://schemas.openxmlformats.org/package/2006/RelationshipTransform">
            <mdssi:RelationshipReference SourceId="rId8"/>
            <mdssi:RelationshipReference SourceId="rId13"/>
            <mdssi:RelationshipReference SourceId="rId18"/>
            <mdssi:RelationshipReference SourceId="rId3"/>
            <mdssi:RelationshipReference SourceId="rId21"/>
            <mdssi:RelationshipReference SourceId="rId7"/>
            <mdssi:RelationshipReference SourceId="rId12"/>
            <mdssi:RelationshipReference SourceId="rId17"/>
            <mdssi:RelationshipReference SourceId="rId2"/>
            <mdssi:RelationshipReference SourceId="rId16"/>
            <mdssi:RelationshipReference SourceId="rId20"/>
            <mdssi:RelationshipReference SourceId="rId1"/>
            <mdssi:RelationshipReference SourceId="rId6"/>
            <mdssi:RelationshipReference SourceId="rId11"/>
            <mdssi:RelationshipReference SourceId="rId5"/>
            <mdssi:RelationshipReference SourceId="rId15"/>
            <mdssi:RelationshipReference SourceId="rId10"/>
            <mdssi:RelationshipReference SourceId="rId19"/>
            <mdssi:RelationshipReference SourceId="rId4"/>
            <mdssi:RelationshipReference SourceId="rId9"/>
            <mdssi:RelationshipReference SourceId="rId14"/>
          </Transform>
          <Transform Algorithm="http://www.w3.org/TR/2001/REC-xml-c14n-20010315"/>
        </Transforms>
        <DigestMethod Algorithm="http://www.w3.org/2000/09/xmldsig#sha1"/>
        <DigestValue>y83cACR0YCQr2NGX00mg1MS85f4=</DigestValue>
      </Reference>
      <Reference URI="/ppt/slideMasters/_rels/slideMaster1.xml.rels?ContentType=application/vnd.openxmlformats-package.relationships+xml">
        <Transforms>
          <Transform Algorithm="http://schemas.openxmlformats.org/package/2006/RelationshipTransform">
            <mdssi:RelationshipReference SourceId="rId8"/>
            <mdssi:RelationshipReference SourceId="rId3"/>
            <mdssi:RelationshipReference SourceId="rId7"/>
            <mdssi:RelationshipReference SourceId="rId12"/>
            <mdssi:RelationshipReference SourceId="rId2"/>
            <mdssi:RelationshipReference SourceId="rId1"/>
            <mdssi:RelationshipReference SourceId="rId6"/>
            <mdssi:RelationshipReference SourceId="rId11"/>
            <mdssi:RelationshipReference SourceId="rId5"/>
            <mdssi:RelationshipReference SourceId="rId10"/>
            <mdssi:RelationshipReference SourceId="rId4"/>
            <mdssi:RelationshipReference SourceId="rId9"/>
          </Transform>
          <Transform Algorithm="http://www.w3.org/TR/2001/REC-xml-c14n-20010315"/>
        </Transforms>
        <DigestMethod Algorithm="http://www.w3.org/2000/09/xmldsig#sha1"/>
        <DigestValue>FKAuz83PS8d31d6TrfNpQ0KriEI=</DigestValue>
      </Reference>
    </Manifest>
    <SignatureProperties>
      <SignatureProperty Id="idSignatureTime" Target="#idPackageSignature">
        <mdssi:SignatureTime>
          <mdssi:Format>YYYY-MM-DDThh:mm:ssTZD</mdssi:Format>
          <mdssi:Value>2026-02-22T09:32:12Z</mdssi:Value>
        </mdssi:SignatureTime>
      </SignatureProperty>
    </SignatureProperties>
  </Object>
  <Object Id="idOfficeObject">
    <SignatureProperties>
      <SignatureProperty Id="idOfficeV1Details" Target="idPackageSignature">
        <SignatureInfoV1 xmlns="http://schemas.microsoft.com/office/2006/digsig">
          <SetupID/>
          <SignatureText/>
          <SignatureImage/>
          <SignatureComments>Copyright Of ResourcesHub</SignatureComments>
          <WindowsVersion>6.2</WindowsVersion>
          <OfficeVersion>14.0</OfficeVersion>
          <ApplicationVersion>14.0</ApplicationVersion>
          <Monitors>1</Monitors>
          <HorizontalResolution>1360</HorizontalResolution>
          <VerticalResolution>768</VerticalResolution>
          <ColorDepth>32</ColorDepth>
          <SignatureProviderId>{00000000-0000-0000-0000-000000000000}</SignatureProviderId>
          <SignatureProviderUrl/>
          <SignatureProviderDetails>9</SignatureProviderDetails>
          <ManifestHashAlgorithm>http://www.w3.org/2000/09/xmldsig#sha1</ManifestHashAlgorithm>
          <SignatureType>1</SignatureType>
        </SignatureInfoV1>
      </SignatureProperty>
    </SignatureProperties>
  </Object>
  <Object>
    <xd:QualifyingProperties xmlns:xd="http://uri.etsi.org/01903/v1.3.2#" Target="#idPackageSignature">
      <xd:SignedProperties Id="idSignedProperties">
        <xd:SignedSignatureProperties>
          <xd:SigningTime>2026-02-22T09:32:12Z</xd:SigningTime>
          <xd:SigningCertificate>
            <xd:Cert>
              <xd:CertDigest>
                <DigestMethod Algorithm="http://www.w3.org/2000/09/xmldsig#sha1"/>
                <DigestValue>ogRJ50yfb0e0nwDZf+Bs+ZNpt5U=</DigestValue>
              </xd:CertDigest>
              <xd:IssuerSerial>
                <X509IssuerName>CN=Aditya Godase, E=work.adityagodase@gmail.com, O=PhoenixStudio., L="Maharashtra, India"</X509IssuerName>
                <X509SerialNumber>38868797630880596714664550307308717915</X509SerialNumber>
              </xd:IssuerSerial>
            </xd:Cert>
          </xd:SigningCertificate>
          <xd:SignaturePolicyIdentifier>
            <xd:SignaturePolicyImplied/>
          </xd:SignaturePolicyIdentifier>
        </xd:SignedSignatureProperties>
      </xd:SignedProperties>
      <xd:UnsignedProperties>
        <xd:UnsignedSignatureProperties/>
      </xd:UnsignedProperties>
    </xd:QualifyingProperties>
  </Object>
</Signatur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7</Words>
  <Application>Microsoft Office PowerPoint</Application>
  <PresentationFormat>Custom</PresentationFormat>
  <Paragraphs>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PCS</dc:creator>
  <cp:lastModifiedBy>PCS</cp:lastModifiedBy>
  <cp:revision>16</cp:revision>
  <dcterms:created xsi:type="dcterms:W3CDTF">2006-08-16T00:00:00Z</dcterms:created>
  <dcterms:modified xsi:type="dcterms:W3CDTF">2026-02-22T09:28:20Z</dcterms:modified>
  <cp:contentStatus/>
</cp:coreProperties>
</file>